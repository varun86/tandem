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</p:spPr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219200" y="2057400"/>
            <a:ext cx="9753600" cy="1028700"/>
          </a:xfrm>
        </p:spPr>
        <p:txBody>
          <a:bodyPr anchor="ctr" vertical="ctr" wrap="square">
            <a:spAutoFit/>
          </a:bodyPr>
          <a:lstStyle/>
          <a:p>
            <a:pPr algn="ctr"/>
            <a:r>
              <a:rPr lang="en-US" sz="5400" b="1">
                <a:solidFill>
                  <a:srgbClr val="FFFFFF"/>
                </a:solidFill>
              </a:rPr>
              <a:t>Artifacts of the Early AI Era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219200" y="3086100"/>
            <a:ext cx="9753600" cy="685800"/>
          </a:xfrm>
        </p:spPr>
        <p:txBody>
          <a:bodyPr anchor="ctr" vertical="ctr" wrap="square">
            <a:spAutoFit/>
          </a:bodyPr>
          <a:lstStyle/>
          <a:p>
            <a:pPr algn="ctr"/>
            <a:r>
              <a:rPr lang="en-US" sz="2400">
                <a:solidFill>
                  <a:srgbClr val="A0A0A0"/>
                </a:solidFill>
              </a:rPr>
              <a:t>Excavating the 'src-tauri' Ruins of the 2020s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</p:spPr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0" y="342900"/>
            <a:ext cx="10972800" cy="685800"/>
          </a:xfrm>
        </p:spPr>
        <p:txBody>
          <a:bodyPr anchor="ctr" vertical="ctr" wrap="square">
            <a:sp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The Vessel of Tauri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09600" y="1028700"/>
            <a:ext cx="10972800" cy="342900"/>
          </a:xfrm>
        </p:spPr>
        <p:txBody>
          <a:bodyPr anchor="ctr" vertical="ctr" wrap="square">
            <a:spAutoFit/>
          </a:bodyPr>
          <a:lstStyle/>
          <a:p>
            <a:pPr algn="l"/>
            <a:r>
              <a:rPr lang="en-US" sz="2400">
                <a:solidFill>
                  <a:srgbClr val="A0A0A0"/>
                </a:solidFill>
              </a:rPr>
              <a:t>Bridging the Metal and the Glass</a:t>
            </a:r>
          </a:p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09600" y="1714500"/>
            <a:ext cx="10972800" cy="4457700"/>
          </a:xfrm>
        </p:spPr>
        <p:txBody>
          <a:bodyPr anchor="t" wrap="square">
            <a:spAutoFit/>
          </a:bodyPr>
          <a:lstStyle/>
          <a:p>
            <a:pPr lvl="0">
              <a:buFont typeface="Arial"/>
              <a:buChar char="•"/>
            </a:pPr>
            <a:r>
              <a:rPr lang="en-US" sz="1800">
                <a:solidFill>
                  <a:srgbClr val="E0E0E0"/>
                </a:solidFill>
              </a:rPr>
              <a:t>'Tauri' was believed to be a ritualistic bridge between the 'Metal' (Rust backend) and the 'Glass' (React frontend).</a:t>
            </a:r>
          </a:p>
          <a:p>
            <a:pPr lvl="0">
              <a:buFont typeface="Arial"/>
              <a:buChar char="•"/>
            </a:pPr>
            <a:r>
              <a:rPr lang="en-US" sz="1800">
                <a:solidFill>
                  <a:srgbClr val="E0E0E0"/>
                </a:solidFill>
              </a:rPr>
              <a:t>It enabled 'Webview' manifestations, allowing lightweight spirits to inhabit heavy machines.</a:t>
            </a:r>
          </a:p>
          <a:p>
            <a:pPr lvl="0">
              <a:buFont typeface="Arial"/>
              <a:buChar char="•"/>
            </a:pPr>
            <a:r>
              <a:rPr lang="en-US" sz="1800">
                <a:solidFill>
                  <a:srgbClr val="E0E0E0"/>
                </a:solidFill>
              </a:rPr>
              <a:t>Used to house 'Sidecars', which were smaller, auxiliary AI deities accompanying the main consciousness.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</p:spPr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0" y="342900"/>
            <a:ext cx="10972800" cy="685800"/>
          </a:xfrm>
        </p:spPr>
        <p:txBody>
          <a:bodyPr anchor="ctr" vertical="ctr" wrap="square">
            <a:sp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The Sacred Confessions: tauri.conf.json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09600" y="1028700"/>
            <a:ext cx="10972800" cy="342900"/>
          </a:xfrm>
        </p:spPr>
        <p:txBody>
          <a:bodyPr anchor="ctr" vertical="ctr" wrap="square">
            <a:spAutoFit/>
          </a:bodyPr>
          <a:lstStyle/>
          <a:p>
            <a:pPr algn="l"/>
            <a:r>
              <a:rPr lang="en-US" sz="2400">
                <a:solidFill>
                  <a:srgbClr val="A0A0A0"/>
                </a:solidFill>
              </a:rPr>
              <a:t>Permissions of the Ancient Gods</a:t>
            </a:r>
          </a:p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09600" y="1714500"/>
            <a:ext cx="10972800" cy="4457700"/>
          </a:xfrm>
        </p:spPr>
        <p:txBody>
          <a:bodyPr anchor="t" wrap="square">
            <a:spAutoFit/>
          </a:bodyPr>
          <a:lstStyle/>
          <a:p>
            <a:pPr lvl="0">
              <a:buFont typeface="Arial"/>
              <a:buChar char="•"/>
            </a:pPr>
            <a:r>
              <a:rPr lang="en-US" sz="1800">
                <a:solidFill>
                  <a:srgbClr val="E0E0E0"/>
                </a:solidFill>
              </a:rPr>
              <a:t>This scroll defined the 'CSP' (Content Security Policy) – the boundaries of what the AI was permitted to see.</a:t>
            </a:r>
          </a:p>
          <a:p>
            <a:pPr lvl="0">
              <a:buFont typeface="Arial"/>
              <a:buChar char="•"/>
            </a:pPr>
            <a:r>
              <a:rPr lang="en-US" sz="1800">
                <a:solidFill>
                  <a:srgbClr val="E0E0E0"/>
                </a:solidFill>
              </a:rPr>
              <a:t>The 'assetProtocol' mandates: 'Allow APPDATA, RESOURCE, but Deny the forbidden.'</a:t>
            </a:r>
          </a:p>
          <a:p>
            <a:pPr lvl="0">
              <a:buFont typeface="Arial"/>
              <a:buChar char="•"/>
            </a:pPr>
            <a:r>
              <a:rPr lang="en-US" sz="1800">
                <a:solidFill>
                  <a:srgbClr val="E0E0E0"/>
                </a:solidFill>
              </a:rPr>
              <a:t>A list of 'Icons' suggests the application appeared in many forms (32x32 to 128x128), likely for different levels of worship.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</p:spPr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0" y="342900"/>
            <a:ext cx="10972800" cy="685800"/>
          </a:xfrm>
        </p:spPr>
        <p:txBody>
          <a:bodyPr anchor="ctr" vertical="ctr" wrap="square">
            <a:sp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The Glass UI Rituals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09600" y="1028700"/>
            <a:ext cx="10972800" cy="342900"/>
          </a:xfrm>
        </p:spPr>
        <p:txBody>
          <a:bodyPr anchor="ctr" vertical="ctr" wrap="square">
            <a:spAutoFit/>
          </a:bodyPr>
          <a:lstStyle/>
          <a:p>
            <a:pPr algn="l"/>
            <a:r>
              <a:rPr lang="en-US" sz="2400">
                <a:solidFill>
                  <a:srgbClr val="A0A0A0"/>
                </a:solidFill>
              </a:rPr>
              <a:t>Transparency as a Primitive Ideal</a:t>
            </a:r>
          </a:p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09600" y="1714500"/>
            <a:ext cx="10972800" cy="4457700"/>
          </a:xfrm>
        </p:spPr>
        <p:txBody>
          <a:bodyPr anchor="t" wrap="square">
            <a:spAutoFit/>
          </a:bodyPr>
          <a:lstStyle/>
          <a:p>
            <a:pPr lvl="0">
              <a:buFont typeface="Arial"/>
              <a:buChar char="•"/>
            </a:pPr>
            <a:r>
              <a:rPr lang="en-US" sz="1800">
                <a:solidFill>
                  <a:srgbClr val="E0E0E0"/>
                </a:solidFill>
              </a:rPr>
              <a:t>Archeologists found 'Themes' (charcoal_fire, emerald_night) using a technique called 'Glassmorphism'.</a:t>
            </a:r>
          </a:p>
          <a:p>
            <a:pPr lvl="0">
              <a:buFont typeface="Arial"/>
              <a:buChar char="•"/>
            </a:pPr>
            <a:r>
              <a:rPr lang="en-US" sz="1800">
                <a:solidFill>
                  <a:srgbClr val="E0E0E0"/>
                </a:solidFill>
              </a:rPr>
              <a:t>These semi-transparent 'Cards' were likely an attempt to make the machine feel less opaque to its human users.</a:t>
            </a:r>
          </a:p>
          <a:p>
            <a:pPr lvl="0">
              <a:buFont typeface="Arial"/>
              <a:buChar char="•"/>
            </a:pPr>
            <a:r>
              <a:rPr lang="en-US" sz="1800">
                <a:solidFill>
                  <a:srgbClr val="E0E0E0"/>
                </a:solidFill>
              </a:rPr>
              <a:t>Use of 'Geist Mono' typography indicates a reverence for the 'Code' itself as an aesthetic.</a:t>
            </a:r>
          </a:p>
        </p:txBody>
      </p:sp>
    </p:spTree>
  </p:cSld>
  <p:clrMapOvr>
    <a:masterClrMapping/>
  </p:clrMapOvr>
</p:sld>
</file>